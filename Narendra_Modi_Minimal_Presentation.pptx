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Narendra Modi: A Concise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Prime Minister of India (2014-Present)</a:t>
            </a:r>
          </a:p>
          <a:p>
            <a:pPr/>
            <a:r>
              <a:t>Leader of the Bharatiya Janata Party (BJP)</a:t>
            </a:r>
          </a:p>
          <a:p>
            <a:pPr/>
            <a:r>
              <a:t>Focus: Economic reform, infrastructure development, and national security</a:t>
            </a:r>
          </a:p>
          <a:p>
            <a:pPr/>
            <a:r>
              <a:t>Key initiatives: Make in India, Swachh Bharat Abhiyan, Digital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Life &amp; Political Ascent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Born: Vadnagar, Gujarat, India</a:t>
            </a:r>
          </a:p>
          <a:p>
            <a:pPr/>
            <a:r>
              <a:t>Early involvement with Rashtriya Swayamsevak Sangh (RSS)</a:t>
            </a:r>
          </a:p>
          <a:p>
            <a:pPr/>
            <a:r>
              <a:t>Chief Minister of Gujarat (2001-2014)</a:t>
            </a:r>
          </a:p>
          <a:p>
            <a:pPr/>
            <a:r>
              <a:t>Emerged as a prominent national figure due to Gujarat's economic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Policies &amp; Reforms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Emphasis on 'Minimum Government, Maximum Governance'</a:t>
            </a:r>
          </a:p>
          <a:p>
            <a:pPr/>
            <a:r>
              <a:t>Goods and Services Tax (GST) implementation</a:t>
            </a:r>
          </a:p>
          <a:p>
            <a:pPr/>
            <a:r>
              <a:t>Promoting foreign direct investment (FDI)</a:t>
            </a:r>
          </a:p>
          <a:p>
            <a:pPr/>
            <a:r>
              <a:t>Focus on infrastructure development: Roads, railways, and 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&amp; Cultural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Swachh Bharat Abhiyan (Clean India Mission)</a:t>
            </a:r>
          </a:p>
          <a:p>
            <a:pPr/>
            <a:r>
              <a:t>Beti Bachao, Beti Padhao (Save the Daughter, Educate the Daughter)</a:t>
            </a:r>
          </a:p>
          <a:p>
            <a:pPr/>
            <a:r>
              <a:t>Promotion of Yoga and traditional Indian medicine (AYUSH)</a:t>
            </a:r>
          </a:p>
          <a:p>
            <a:pPr/>
            <a:r>
              <a:t>Emphasis on cultural nationalism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International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Strengthening ties with major global powers</a:t>
            </a:r>
          </a:p>
          <a:p>
            <a:pPr/>
            <a:r>
              <a:t>Focus on India's role in multilateral forums (G20, BRICS)</a:t>
            </a:r>
          </a:p>
          <a:p>
            <a:pPr/>
            <a:r>
              <a:t>'Neighborhood First' policy</a:t>
            </a:r>
          </a:p>
          <a:p>
            <a:pPr/>
            <a:r>
              <a:t>Emphasis on countering terrorism and promoting regional stability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