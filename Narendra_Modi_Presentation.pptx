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Narendra Modi: A Profile in 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Prime Minister of India since 2014</a:t>
            </a:r>
          </a:p>
          <a:p>
            <a:pPr/>
            <a:r>
              <a:t>A pivotal figure in contemporary Indian politics</a:t>
            </a:r>
          </a:p>
          <a:p>
            <a:pPr/>
            <a:r>
              <a:t>Known for economic reforms, infrastructure development, and foreign policy initiatives</a:t>
            </a:r>
          </a:p>
          <a:p>
            <a:pPr/>
            <a:r>
              <a:t>This presentation provides a brief overview of his key policies and impact.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Economic Policy &amp; Reforms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Focus on 'Make in India' initiative to boost domestic manufacturing</a:t>
            </a:r>
          </a:p>
          <a:p>
            <a:pPr/>
            <a:r>
              <a:t>Implementation of the Goods and Services Tax (GST) for simplified taxation</a:t>
            </a:r>
          </a:p>
          <a:p>
            <a:pPr/>
            <a:r>
              <a:t>Emphasis on digital transformation through 'Digital India' campaign</a:t>
            </a:r>
          </a:p>
          <a:p>
            <a:pPr/>
            <a:r>
              <a:t>Efforts to improve ease of doing business and attract foreign investment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Infrastructure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Ambitious expansion of national highway network and railway infrastructure</a:t>
            </a:r>
          </a:p>
          <a:p>
            <a:pPr/>
            <a:r>
              <a:t>Emphasis on renewable energy sources, including solar power initiatives</a:t>
            </a:r>
          </a:p>
          <a:p>
            <a:pPr/>
            <a:r>
              <a:t>Development of urban infrastructure through programs like 'Smart Cities Mission'</a:t>
            </a:r>
          </a:p>
          <a:p>
            <a:pPr/>
            <a:r>
              <a:t>Focus on improved connectivity in rural areas through initiatives like 'BharatNet'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Foreign Policy &amp; Diplomacy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Proactive engagement with global leaders and international organizations</a:t>
            </a:r>
          </a:p>
          <a:p>
            <a:pPr/>
            <a:r>
              <a:t>Emphasis on 'Neighborhood First' policy to strengthen regional ties</a:t>
            </a:r>
          </a:p>
          <a:p>
            <a:pPr/>
            <a:r>
              <a:t>Active role in combating climate change and promoting sustainable development</a:t>
            </a:r>
          </a:p>
          <a:p>
            <a:pPr/>
            <a:r>
              <a:t>Strategic partnerships with key nations across the globe (e.g., US, Russia, Japan)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Impact &amp; Future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Significant impact on India's economic growth and global standing</a:t>
            </a:r>
          </a:p>
          <a:p>
            <a:pPr/>
            <a:r>
              <a:t>Ongoing efforts to address poverty, inequality, and social challenges</a:t>
            </a:r>
          </a:p>
          <a:p>
            <a:pPr/>
            <a:r>
              <a:t>Future priorities include sustainable development, technological innovation, and national security.</a:t>
            </a:r>
          </a:p>
          <a:p>
            <a:pPr/>
            <a:r>
              <a:t>Continues to shape India's trajectory on the global stage.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